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B4DB7-81A3-FEDC-FFB1-CC5FB1E19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44E85A-081C-0445-0A6F-4A0AFE3CB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A8865-F42A-E030-DF2F-3B70847DA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4ACB-CAB4-4FA1-B98B-C2C1F43F978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A2E903-8477-DD3C-9585-8635C8048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99CC1E-52FF-C772-AD6F-93F60C60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AC69-E1F1-4062-9D50-E80FC8F72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802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993B7-E597-2323-27F8-462EEEAE0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5256D6-9A23-A3EA-1D81-CE6F586D8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62A37B-CA9E-E931-BB7F-5A8D373A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4ACB-CAB4-4FA1-B98B-C2C1F43F978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6E5613-F3D8-4517-7809-9668DC3E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2B7AA3-8547-E8DE-CFEE-C0E756E2C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AC69-E1F1-4062-9D50-E80FC8F72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731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23A44-CA4A-7B06-EA84-CE3501D1A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4C0A6-7D41-9099-74DD-86517AB51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13A2FA-A046-A9A6-30EB-4AFFA4DB9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4ACB-CAB4-4FA1-B98B-C2C1F43F978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3F747F-99AF-C0A0-E672-13501D18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0081C7-51A0-A425-A8FB-4F591AF57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AC69-E1F1-4062-9D50-E80FC8F72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92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5B60B-6EB4-494A-1B54-65805A4B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25CCBA-4FFD-310A-DA2A-0BDA813F8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617301-443C-7578-E62E-26F88E0BF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3C726F-9A58-EA93-ADC4-0677BA4E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4ACB-CAB4-4FA1-B98B-C2C1F43F978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ACF6F7-4034-03DA-00BC-499B57B91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274F7F-02BE-9643-8E7D-E67AAE00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AC69-E1F1-4062-9D50-E80FC8F72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752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BF0E59-14AE-474C-CA1F-E1450BD9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6D7D01-FC0D-0E70-ABE5-4B2F604E6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42CCAA-DD9E-D6D7-089F-63D499981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3602B5-E9BF-83A4-A61D-2871EDA4A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DFB612-5171-0E46-160C-BD35B4851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76D9D7D-5B58-C6CC-BBB0-79288EB1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4ACB-CAB4-4FA1-B98B-C2C1F43F978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2FFABD-F5CD-334D-D116-485C4DEB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98DD10-131A-502C-FDDB-8F22C0729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AC69-E1F1-4062-9D50-E80FC8F72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33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3482A-CEB0-9DE0-697C-68852A4F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7B69E7-0E1F-0363-4977-5C9ECF112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4ACB-CAB4-4FA1-B98B-C2C1F43F978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F43163-8A17-BE9D-AC46-BB9A54FB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6F20BC-2C8F-328A-3576-D1A33F7B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AC69-E1F1-4062-9D50-E80FC8F72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2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7B10D67-3927-ECB0-2E32-88F535137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4ACB-CAB4-4FA1-B98B-C2C1F43F978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9C86C8-992D-046F-1B1B-D697C956D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AC16DC-567E-0669-B26D-E84AA57DB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AC69-E1F1-4062-9D50-E80FC8F72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85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D3823D-911A-9D11-74AA-B5F905787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6219DD-B9B9-7370-AA33-7DAE3E51E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B8FA24-153A-AD9F-5639-F08AC35EE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B9B24-783E-C9CB-E412-62B152AE6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4ACB-CAB4-4FA1-B98B-C2C1F43F978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88669F-E998-EA69-4551-664374CEA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928C07-AB54-8C88-8887-047090E1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AC69-E1F1-4062-9D50-E80FC8F72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82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CA29A-A427-DE2D-A8DD-68F4A2C17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5FAF45-A5AF-5E8A-0AC9-AFD6E05045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C708C9-01DE-7C1C-E898-AD1C4881D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BEC831-5E09-6B71-A2CB-E72E84BE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4ACB-CAB4-4FA1-B98B-C2C1F43F978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0DE132-45CF-FF9E-49E1-76DA62B1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B45C38-C627-6797-CE38-6E0D1E39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AC69-E1F1-4062-9D50-E80FC8F72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72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A3618-EAE2-2F83-0BE3-88B105125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A86B94-EB5F-AFDC-6FA7-6B15FD7A3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A2E5FB-3EF2-C0EB-9942-577931EF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4ACB-CAB4-4FA1-B98B-C2C1F43F978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2BF92-C507-5D8F-90E5-8A42F0192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AA9351-278D-CCAC-6339-90E69D68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AC69-E1F1-4062-9D50-E80FC8F72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0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935986-0BF3-2635-0A7F-555FF36B6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8263B0-06AC-06CF-23A9-753D357AC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46AE7A-8AF3-7E00-E5A9-E15AAFBCA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4ACB-CAB4-4FA1-B98B-C2C1F43F978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F47C00-4DCF-D771-4D86-279675A5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D19E18-7072-1D55-753D-D68120064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AC69-E1F1-4062-9D50-E80FC8F72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620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97165F8-8444-A077-688E-6CDE2DD70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8A0DBE-94F2-AE21-B7F9-748F2C5D3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A0FA8B-5C7D-D148-E574-622E5B9B9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44ACB-CAB4-4FA1-B98B-C2C1F43F978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13F578-D13D-3C0B-2BAC-C5A9E18F30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439446-9959-CE05-9085-32B9CB1DF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FAC69-E1F1-4062-9D50-E80FC8F72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20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A93637-A539-AB6E-0F4F-4ADF77B5C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04" y="2785578"/>
            <a:ext cx="8136312" cy="3580339"/>
          </a:xfrm>
          <a:prstGeom prst="rect">
            <a:avLst/>
          </a:prstGeom>
        </p:spPr>
      </p:pic>
      <p:pic>
        <p:nvPicPr>
          <p:cNvPr id="5" name="그림 4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5DC0AB-82A7-CA42-7C7F-608BA31C9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982" y="518854"/>
            <a:ext cx="2584950" cy="5847063"/>
          </a:xfrm>
          <a:prstGeom prst="rect">
            <a:avLst/>
          </a:prstGeom>
        </p:spPr>
      </p:pic>
      <p:pic>
        <p:nvPicPr>
          <p:cNvPr id="7" name="그림 6" descr="텍스트, 폰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9923B6-4566-2AB7-C0F6-CEC14F4FD2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04" y="995661"/>
            <a:ext cx="2133898" cy="1457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42E9FC-739E-662E-1C5F-4A42DF3934EF}"/>
              </a:ext>
            </a:extLst>
          </p:cNvPr>
          <p:cNvSpPr txBox="1"/>
          <p:nvPr/>
        </p:nvSpPr>
        <p:spPr>
          <a:xfrm>
            <a:off x="3195255" y="985761"/>
            <a:ext cx="57527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코카콜라의 다양한 </a:t>
            </a:r>
            <a:r>
              <a:rPr lang="en-US" altLang="ko-KR" dirty="0"/>
              <a:t>Brands</a:t>
            </a:r>
            <a:r>
              <a:rPr lang="ko-KR" altLang="en-US" dirty="0"/>
              <a:t>를 소개하는 페이지이며</a:t>
            </a:r>
            <a:endParaRPr lang="en-US" altLang="ko-KR" dirty="0"/>
          </a:p>
          <a:p>
            <a:r>
              <a:rPr lang="ko-KR" altLang="en-US" dirty="0"/>
              <a:t>모든 브랜드 </a:t>
            </a:r>
            <a:r>
              <a:rPr lang="en-US" altLang="ko-KR" dirty="0"/>
              <a:t>V </a:t>
            </a:r>
            <a:r>
              <a:rPr lang="ko-KR" altLang="en-US" dirty="0"/>
              <a:t>를 클릭 시 아래와 같이 분류 기준을</a:t>
            </a:r>
            <a:endParaRPr lang="en-US" altLang="ko-KR" dirty="0"/>
          </a:p>
          <a:p>
            <a:r>
              <a:rPr lang="ko-KR" altLang="en-US" dirty="0"/>
              <a:t>선택 할 </a:t>
            </a:r>
            <a:r>
              <a:rPr lang="ko-KR" altLang="en-US" dirty="0" err="1"/>
              <a:t>수있으며</a:t>
            </a:r>
            <a:r>
              <a:rPr lang="ko-KR" altLang="en-US" dirty="0"/>
              <a:t> 선택한 분류 기준으로 오른쪽과</a:t>
            </a:r>
            <a:endParaRPr lang="en-US" altLang="ko-KR" dirty="0"/>
          </a:p>
          <a:p>
            <a:r>
              <a:rPr lang="ko-KR" altLang="en-US" dirty="0"/>
              <a:t>같이 브랜드들이 나열된다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세로 </a:t>
            </a:r>
            <a:r>
              <a:rPr lang="en-US" altLang="ko-KR" dirty="0"/>
              <a:t>3</a:t>
            </a:r>
            <a:r>
              <a:rPr lang="ko-KR" altLang="en-US" dirty="0"/>
              <a:t>개씩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1</a:t>
            </a:r>
            <a:r>
              <a:rPr lang="ko-KR" altLang="en-US" dirty="0"/>
              <a:t>개씩 남는 브랜드는 가운데 정렬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9128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8907-03F2-1EAF-BF1B-7FB09270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6A8E6A-FAB5-B51E-B511-EFE03B2B11CE}"/>
              </a:ext>
            </a:extLst>
          </p:cNvPr>
          <p:cNvSpPr txBox="1"/>
          <p:nvPr/>
        </p:nvSpPr>
        <p:spPr>
          <a:xfrm>
            <a:off x="6736368" y="566677"/>
            <a:ext cx="476687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제품 클릭 시 홈</a:t>
            </a:r>
            <a:r>
              <a:rPr lang="en-US" altLang="ko-KR" dirty="0"/>
              <a:t>/</a:t>
            </a:r>
            <a:r>
              <a:rPr lang="ko-KR" altLang="en-US" dirty="0"/>
              <a:t>제품정보 두개 나뉜다</a:t>
            </a:r>
            <a:endParaRPr lang="en-US" altLang="ko-KR" dirty="0"/>
          </a:p>
          <a:p>
            <a:r>
              <a:rPr lang="en-US" altLang="ko-KR" dirty="0"/>
              <a:t>( </a:t>
            </a:r>
            <a:r>
              <a:rPr lang="ko-KR" altLang="en-US" dirty="0"/>
              <a:t>제품 수량 적을 시 통합해서 한페이지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홈에는 제품 관련 홍보 및 관련 비디오로</a:t>
            </a:r>
            <a:endParaRPr lang="en-US" altLang="ko-KR" dirty="0"/>
          </a:p>
          <a:p>
            <a:r>
              <a:rPr lang="ko-KR" altLang="en-US" dirty="0"/>
              <a:t>구성된다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제품 정보에는 </a:t>
            </a:r>
            <a:endParaRPr lang="en-US" altLang="ko-KR" dirty="0"/>
          </a:p>
          <a:p>
            <a:r>
              <a:rPr lang="ko-KR" altLang="en-US" dirty="0"/>
              <a:t>제품 로고</a:t>
            </a:r>
            <a:r>
              <a:rPr lang="en-US" altLang="ko-KR" dirty="0"/>
              <a:t>(</a:t>
            </a:r>
            <a:r>
              <a:rPr lang="ko-KR" altLang="en-US" dirty="0"/>
              <a:t>로고 클릭 시 해당 제품으로 이동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제품 사진</a:t>
            </a:r>
            <a:r>
              <a:rPr lang="en-US" altLang="ko-KR" dirty="0"/>
              <a:t>, </a:t>
            </a:r>
            <a:r>
              <a:rPr lang="ko-KR" altLang="en-US" dirty="0"/>
              <a:t>제품명</a:t>
            </a:r>
            <a:r>
              <a:rPr lang="en-US" altLang="ko-KR" dirty="0"/>
              <a:t>, </a:t>
            </a:r>
            <a:r>
              <a:rPr lang="ko-KR" altLang="en-US" dirty="0"/>
              <a:t>제품 설명이 </a:t>
            </a:r>
            <a:r>
              <a:rPr lang="ko-KR" altLang="en-US" dirty="0" err="1"/>
              <a:t>적혀있다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맨 밑부분에는 제품 관련 </a:t>
            </a:r>
            <a:r>
              <a:rPr lang="en-US" altLang="ko-KR" dirty="0"/>
              <a:t>SNS</a:t>
            </a:r>
            <a:r>
              <a:rPr lang="ko-KR" altLang="en-US" dirty="0"/>
              <a:t>로고를 사용해</a:t>
            </a:r>
            <a:br>
              <a:rPr lang="en-US" altLang="ko-KR" dirty="0"/>
            </a:br>
            <a:r>
              <a:rPr lang="ko-KR" altLang="en-US" dirty="0"/>
              <a:t>이동할 수 있게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 descr="텍스트, 인간의 얼굴, 스크린샷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898C56-91C9-B3C4-A958-1F3D0184C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59" y="232347"/>
            <a:ext cx="2395758" cy="6393305"/>
          </a:xfrm>
          <a:prstGeom prst="rect">
            <a:avLst/>
          </a:prstGeom>
        </p:spPr>
      </p:pic>
      <p:pic>
        <p:nvPicPr>
          <p:cNvPr id="8" name="그림 7" descr="텍스트, 스크린샷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E9104A-CA4C-D552-8277-B2E07F528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389" y="232347"/>
            <a:ext cx="2409607" cy="6393305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643781-C506-8A88-6003-CB9A9CE32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368" y="4941685"/>
            <a:ext cx="4007370" cy="51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7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A3BD5-F87A-1D19-5E8D-584871EB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그래픽 디자인, 로고, 브랜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7401D0-8187-D00A-C555-01D8CB0BF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63" y="691944"/>
            <a:ext cx="3477718" cy="1860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FC283C-7CBE-2E01-0B35-211E9D496870}"/>
              </a:ext>
            </a:extLst>
          </p:cNvPr>
          <p:cNvSpPr txBox="1"/>
          <p:nvPr/>
        </p:nvSpPr>
        <p:spPr>
          <a:xfrm>
            <a:off x="5564399" y="21735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762CC-5189-890C-E87C-6AA4CC1DA8FA}"/>
              </a:ext>
            </a:extLst>
          </p:cNvPr>
          <p:cNvSpPr txBox="1"/>
          <p:nvPr/>
        </p:nvSpPr>
        <p:spPr>
          <a:xfrm>
            <a:off x="4482014" y="1437668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제품에 대한 홍보문구</a:t>
            </a:r>
          </a:p>
        </p:txBody>
      </p:sp>
      <p:pic>
        <p:nvPicPr>
          <p:cNvPr id="9" name="그림 8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E4C7E8-45EB-0C5D-ED6B-70284A651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64" y="2771041"/>
            <a:ext cx="3477718" cy="19187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85FFC9-BD7D-EF7D-37D7-06726BD6308B}"/>
              </a:ext>
            </a:extLst>
          </p:cNvPr>
          <p:cNvSpPr txBox="1"/>
          <p:nvPr/>
        </p:nvSpPr>
        <p:spPr>
          <a:xfrm>
            <a:off x="4482014" y="3407245"/>
            <a:ext cx="4198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제품에 대한 홍보 및 자세히 알아보기</a:t>
            </a:r>
            <a:br>
              <a:rPr lang="en-US" altLang="ko-KR" dirty="0"/>
            </a:br>
            <a:r>
              <a:rPr lang="ko-KR" altLang="en-US" dirty="0"/>
              <a:t>클릭 시 </a:t>
            </a:r>
            <a:r>
              <a:rPr lang="en-US" altLang="ko-KR" dirty="0"/>
              <a:t>Discover &gt; </a:t>
            </a:r>
            <a:r>
              <a:rPr lang="en-US" altLang="ko-KR" dirty="0" err="1"/>
              <a:t>coke&amp;meal</a:t>
            </a:r>
            <a:r>
              <a:rPr lang="ko-KR" altLang="en-US" dirty="0"/>
              <a:t>로 이동</a:t>
            </a:r>
          </a:p>
        </p:txBody>
      </p:sp>
      <p:pic>
        <p:nvPicPr>
          <p:cNvPr id="14" name="그림 13" descr="텍스트, 코카콜라, 탄산 청량음료, 콜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7A1BF5-E176-0F99-0EAA-CA0C123ABB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63" y="4908098"/>
            <a:ext cx="3477718" cy="17325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2C2B52E-2B62-1986-06C7-8D4F0CF0CA4D}"/>
              </a:ext>
            </a:extLst>
          </p:cNvPr>
          <p:cNvSpPr txBox="1"/>
          <p:nvPr/>
        </p:nvSpPr>
        <p:spPr>
          <a:xfrm>
            <a:off x="4482014" y="5471410"/>
            <a:ext cx="4137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제품 정보 및 홍보 및 자세히 알아보기</a:t>
            </a:r>
            <a:endParaRPr lang="en-US" altLang="ko-KR" dirty="0"/>
          </a:p>
          <a:p>
            <a:r>
              <a:rPr lang="ko-KR" altLang="en-US" dirty="0"/>
              <a:t>클릭 시 제품 정보로 이동</a:t>
            </a:r>
          </a:p>
        </p:txBody>
      </p:sp>
    </p:spTree>
    <p:extLst>
      <p:ext uri="{BB962C8B-B14F-4D97-AF65-F5344CB8AC3E}">
        <p14:creationId xmlns:p14="http://schemas.microsoft.com/office/powerpoint/2010/main" val="2075011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92133-46E6-5D2C-4C0A-4A192A7B4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5AFC6C-78E6-A30D-A100-1EA8300A8228}"/>
              </a:ext>
            </a:extLst>
          </p:cNvPr>
          <p:cNvSpPr txBox="1"/>
          <p:nvPr/>
        </p:nvSpPr>
        <p:spPr>
          <a:xfrm>
            <a:off x="5564399" y="21735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D037B3-2A62-C75D-E197-97EEE5902BFD}"/>
              </a:ext>
            </a:extLst>
          </p:cNvPr>
          <p:cNvSpPr txBox="1"/>
          <p:nvPr/>
        </p:nvSpPr>
        <p:spPr>
          <a:xfrm>
            <a:off x="8207070" y="3341419"/>
            <a:ext cx="3199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맨 마지막 부분에는 비디오를</a:t>
            </a:r>
            <a:br>
              <a:rPr lang="en-US" altLang="ko-KR" dirty="0"/>
            </a:br>
            <a:r>
              <a:rPr lang="ko-KR" altLang="en-US" dirty="0"/>
              <a:t>사용하여 홍보 효과 </a:t>
            </a:r>
            <a:r>
              <a:rPr lang="en-US" altLang="ko-KR" dirty="0"/>
              <a:t>UP</a:t>
            </a:r>
            <a:endParaRPr lang="ko-KR" altLang="en-US" dirty="0"/>
          </a:p>
        </p:txBody>
      </p:sp>
      <p:pic>
        <p:nvPicPr>
          <p:cNvPr id="4" name="그림 3" descr="사람, 인간의 얼굴, 의류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E9C170-26B0-E287-517A-F19AC9628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26" y="1138454"/>
            <a:ext cx="7142194" cy="487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69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136</Words>
  <Application>Microsoft Office PowerPoint</Application>
  <PresentationFormat>와이드스크린</PresentationFormat>
  <Paragraphs>30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다원 김</dc:creator>
  <cp:lastModifiedBy>다원 김</cp:lastModifiedBy>
  <cp:revision>1</cp:revision>
  <dcterms:created xsi:type="dcterms:W3CDTF">2025-11-29T15:17:28Z</dcterms:created>
  <dcterms:modified xsi:type="dcterms:W3CDTF">2025-11-29T15:48:02Z</dcterms:modified>
</cp:coreProperties>
</file>